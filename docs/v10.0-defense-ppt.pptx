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F2C 全覆盖路径规划系统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C9CFF"/>
                </a:solidFill>
              </a:defRPr>
            </a:pPr>
            <a:r>
              <a:t>从 Demo 82% 到 v10.0 十全十美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0A0B0"/>
                </a:solidFill>
              </a:defRPr>
            </a:pPr>
            <a:r>
              <a:t>17 天 · 145 次迭代 · 21/21 GATE PASS · hole_crossings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06075"/>
                </a:solidFill>
              </a:defRPr>
            </a:pPr>
            <a:r>
              <a:t>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起点：Demo 基线 ~82%，五大核心挑战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0A0B0"/>
                </a:solidFill>
              </a:defRPr>
            </a:pPr>
            <a:r>
              <a:t>Demo (07/06): F2C 原生 RoutePlannerBase + OR-Tools AUTOMATIC TSP，覆盖率 ~82%，结果不可复现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21208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挑战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表现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严重度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孔洞穿越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路径直接穿过障碍物 (S3/S6/S7)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Cell 碎片化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sweep 分解过度切分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边界漏扫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S1 顶部覆盖率 97%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TSP 随机性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AUTOMATIC 每次结果不同, N3 44-51 分波动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斜边三角死区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矩形 swath 无法贴合斜边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产品约束：设计决策的边界条件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0A0B0"/>
                </a:solidFill>
              </a:defRPr>
            </a:pPr>
            <a:r>
              <a:t>来源: docs/产品需求待办.md — 决定了什么能做、什么不能做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约束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确认内容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设计影响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应用场景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室内扫地机器人，非农机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硬边界墙壁，覆盖优先于效率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C++ / 嵌入式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算法不能太重，不能依赖 GPU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驱动方式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差速驱动，可原地转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turn_planner_type=direct (零半径)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边界类型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绝大部分 closed 硬边界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swath 端点内缩留安全距离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覆盖目标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≥ 99.5% (硬门槛)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覆盖不达标 = 方案无效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Swath 重叠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3% 故意重叠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swath_overlap_ratio=0.03，防定位误差漏缝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有效间距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0.90 × 0.97 = 0.873m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评估时扣除计划重叠，不扣分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演进总览：五阶段 · 145 commits · 7→21 场景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103120" cy="10972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基础期</a:t>
            </a:r>
            <a:br/>
            <a:r>
              <a:t>07/08-12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51760"/>
            <a:ext cx="2103120" cy="1097280"/>
          </a:xfrm>
          <a:prstGeom prst="roundRect">
            <a:avLst/>
          </a:prstGeom>
          <a:solidFill>
            <a:srgbClr val="6C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V0 Demo</a:t>
            </a:r>
            <a:br/>
            <a:r>
              <a:t>~82%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21031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0A0B0"/>
                </a:solidFill>
              </a:defRPr>
            </a:pPr>
            <a:r>
              <a:t>候选headland</a:t>
            </a:r>
            <a:br/>
            <a:r>
              <a:t>角度优化</a:t>
            </a:r>
            <a:br/>
            <a:r>
              <a:t>Sweep分解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2103120" cy="10972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架构期</a:t>
            </a:r>
            <a:br/>
            <a:r>
              <a:t>07/13-15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651760"/>
            <a:ext cx="2103120" cy="1097280"/>
          </a:xfrm>
          <a:prstGeom prst="roundRect">
            <a:avLst/>
          </a:prstGeom>
          <a:solidFill>
            <a:srgbClr val="6C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v8 稳定版</a:t>
            </a:r>
            <a:br/>
            <a:r>
              <a:t>98.6%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931920"/>
            <a:ext cx="21031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0A0B0"/>
                </a:solidFill>
              </a:defRPr>
            </a:pPr>
            <a:r>
              <a:t>评分重构</a:t>
            </a:r>
            <a:br/>
            <a:r>
              <a:t>greedy sort</a:t>
            </a:r>
            <a:br/>
            <a:r>
              <a:t>Snake优化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2103120" cy="10972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质量期</a:t>
            </a:r>
            <a:br/>
            <a:r>
              <a:t>07/16-17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651760"/>
            <a:ext cx="2103120" cy="1097280"/>
          </a:xfrm>
          <a:prstGeom prst="roundRect">
            <a:avLst/>
          </a:prstGeom>
          <a:solidFill>
            <a:srgbClr val="6C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v9.6 门控</a:t>
            </a:r>
            <a:br/>
            <a:r>
              <a:t>24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931920"/>
            <a:ext cx="21031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0A0B0"/>
                </a:solidFill>
              </a:defRPr>
            </a:pPr>
            <a:r>
              <a:t>实车参数</a:t>
            </a:r>
            <a:br/>
            <a:r>
              <a:t>全项目审查</a:t>
            </a:r>
            <a:br/>
            <a:r>
              <a:t>边界填充重构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371600"/>
            <a:ext cx="2103120" cy="10972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硬化期</a:t>
            </a:r>
            <a:br/>
            <a:r>
              <a:t>07/18-20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651760"/>
            <a:ext cx="2103120" cy="1097280"/>
          </a:xfrm>
          <a:prstGeom prst="roundRect">
            <a:avLst/>
          </a:prstGeom>
          <a:solidFill>
            <a:srgbClr val="6C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v9.11 穿洞</a:t>
            </a:r>
            <a:br/>
            <a:r>
              <a:t>硬约束 1e9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931920"/>
            <a:ext cx="21031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0A0B0"/>
                </a:solidFill>
              </a:defRPr>
            </a:pPr>
            <a:r>
              <a:t>C-space退役</a:t>
            </a:r>
            <a:br/>
            <a:r>
              <a:t>空隙分类器</a:t>
            </a:r>
            <a:br/>
            <a:r>
              <a:t>Phase 4A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371600"/>
            <a:ext cx="2103120" cy="10972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收敛期</a:t>
            </a:r>
            <a:br/>
            <a:r>
              <a:t>07/21-23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651760"/>
            <a:ext cx="2103120" cy="1097280"/>
          </a:xfrm>
          <a:prstGeom prst="roundRect">
            <a:avLst/>
          </a:prstGeom>
          <a:solidFill>
            <a:srgbClr val="6C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v10.0</a:t>
            </a:r>
            <a:br/>
            <a:r>
              <a:t>21/21 PASS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3931920"/>
            <a:ext cx="21031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0A0B0"/>
                </a:solidFill>
              </a:defRPr>
            </a:pPr>
            <a:r>
              <a:t>PATH_CHEAPEST_ARC</a:t>
            </a:r>
            <a:br/>
            <a:r>
              <a:t>微型去冗余</a:t>
            </a:r>
            <a:br/>
            <a:r>
              <a:t>Scheme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故事一：从固定极角序到贪心出口驱动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为什么改: 旧方案用固定极角序（绕孔洞质心角度排序 cell），不考虑实际端点位置 → 跨场景长距离连接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greedyCellOrder 核心逻辑: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1. 从 C0 出口开始，贪心选最近未访问 cell 端点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2. 同时决定: 下一个 cell + 入口方向 + 内部覆盖方向 + 新出口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3. 4 entry × 4 exit = 16 候选 → DP 选最优链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4. 有孔洞: 圆形绕洞序 + 贪心方向反转；无孔洞: 纯贪心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  5. 穿洞惩罚: +1000（后强化为 +1e9）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效果: notched 由 3 条 27m 穿洞对角线 → 0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取舍: 保留极角序作为孔洞场景的 DP 遍历序基础，混合策略一直保留到 v10.0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故事二：Sweep 分解 — 最大的架构决定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为什么: F2C 原生 Boustrophedon 面对孔洞产生 O(n²) 碎片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结果: S3 42→6 cells (-86%), S6 +3.2% 覆盖率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但产生了连锁反应 — 整个项目最深层的架构认知: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Sweep 分解 (替代 F2C Boustrophedon)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  → 对多边形朝向敏感          → Phase 4A 倾斜 sweep 补偿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  → 产生碎片化条带             → Cell 合并 (两轮安全合并) 补偿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  → 斜边三角间隙               → 斜边检测 + 独立角度补偿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  → 全局角度对部分 cell 不优   → Per-cell veto 补偿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  → Veto 改变方向后可能穿洞    → 1e9 硬约束补偿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教训: Sweep 打破了 F2C 原生假设；每个断裂点需要一个补偿层；补偿层互相耦合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取舍: O(n²)→O(n) 的收益值得后续 5 层补偿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故事三：穿洞之战 — 三个回合，从软到硬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2743200"/>
                <a:gridCol w="31089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回合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教训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第一回合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07/13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后置打补丁: 检测穿洞段 + 绕行点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方案 B segfault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回退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后置修复药不对症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第二回合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07/14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Cell 连接反转 + 穿洞检测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notched +26 分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但仍有场景穿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部分解决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第三回合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07/20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1e9 硬约束: +1000 → +1e9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8/8 hole_crossings=0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零退化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最小修复原则: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只改惩罚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114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D93D"/>
                </a:solidFill>
              </a:defRPr>
            </a:pPr>
            <a:r>
              <a:t>核心教训: 组合优化中软约束在退化情况下失效 — 正常时 +1000 够用，全部候选穿洞时 DP 没得选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故事四：Cell 合并的诱惑与危险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2860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做法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为什么失败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共享边检测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只合并共享边 cell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零合并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GDAL 后几乎无共享边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激进两轮合并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Pass2 无孔洞保护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N3 98.1%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cell 跨洞合并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最终方案 ✅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v9.11 + x-span strip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20/21 PASS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interior ring 把关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931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D93D"/>
                </a:solidFill>
              </a:defRPr>
            </a:pPr>
            <a:r>
              <a:t>效果: S7 20→9 cells, N2 11→5 cells, S3 6→3 cells</a:t>
            </a:r>
          </a:p>
          <a:p>
            <a:pPr>
              <a:spcAft>
                <a:spcPts val="400"/>
              </a:spcAft>
              <a:defRPr sz="1400" b="0">
                <a:solidFill>
                  <a:srgbClr val="FFD93D"/>
                </a:solidFill>
              </a:defRPr>
            </a:pPr>
            <a:r>
              <a:t>但 N3 仍然碎片化 (98.1%) — 引出下一个故事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故事五：X-cut 的三次回滚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1828800"/>
                <a:gridCol w="3383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迭代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N3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退化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1: 全局 X-cut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所有孔洞 X 边界加入分割线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100% ✅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❌ S7/N13/S3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2: 条件触发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Y重叠+X不重叠孔洞对才切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100% ✅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❌ S7/N13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3: 更严条件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≥2×2 或 1×3 才切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❌ 老板:面向测试场景编程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931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D93D"/>
                </a:solidFill>
              </a:defRPr>
            </a:pPr>
            <a:r>
              <a:t>全部回滚。正确做法 (Scheme 2): 只在孔洞条带内部 X-cut → N3 98.1%→99.97%, +15.2 分</a:t>
            </a:r>
          </a:p>
          <a:p>
            <a:pPr>
              <a:spcAft>
                <a:spcPts val="400"/>
              </a:spcAft>
              <a:defRPr sz="1400" b="0">
                <a:solidFill>
                  <a:srgbClr val="FFD93D"/>
                </a:solidFill>
              </a:defRPr>
            </a:pPr>
            <a:r>
              <a:t>教训: 让方案驱动，不要自行加东西；面向测试场景编程是坏味道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故事六：边界填充的 6 轮进化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第一版: 沿外环+孔洞边界生成填充 swath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问题1: 去重大激进 (0.3*cov_width) → S4 75%           修复1: 移除去重 → S4 75%→97.4% (+22%)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问题2: touches_outer 全局门控误杀贴边 cell              修复2: 改为逐边独立判断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问题3: 边界填充被 genRoute 踢到 Route 尾部 → 越界连接  修复3: 填充进入 genRoute 前 → notched +60.8 分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问题4: 相邻 cell 各自生成同一缝隙填充 → S3 重叠翻倍     修复4: pruneRedundantCellSeamFills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问题5: C-space 孔洞边界重复填充                         修复5: isCoveredByExistingSwath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教训: "贴边补一刀"看似简单，6 轮迭代才稳定。每一轮修一个问题，同时引入一个新问题。边界处理没有银弹。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最终成果：21/21 GATE PASS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场景数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21 (含 13 个新增极端场景)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有效覆盖率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99.94% ~ 100%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GATE PASS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21/21 ✅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hole_crossings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 (全部场景)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S7 工厂车间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0% → 100%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N11_whole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59% → 100%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平均得分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~75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编译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 error 0 warning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单元测试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47/47 pass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怎么做 ①：测评驱动的优化闭环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评分公式: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CoverageGate = clamp((c - 0.90) / 0.095, 0, 1)³     ← 90%=0, 99.5%=满分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Score = CoverageGate × EfficiencyScore               ← 工作比+距离+转弯+重叠+耗时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设计意图: 覆盖率不达标 → 一票否决 (gate=0)；99.5% 以上满分 → 防止钻 99% 空子；效率分在覆盖合格后才参与比较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自动化工具链: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quick_dev_test.sh (5 场景) → 日常迭代秒级反馈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batch_test_v2.sh (21 场景) → 提交前 15 分钟全量验证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n3_repeat_test.sh (单场景) → TSP 方差验证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案例: N11 59% 回归 → Codex 静审 + Claude 代码审查 → 1h 定位 → 修复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没有这套体系，N11 的 59% 可能几周后才被发现，届时已经不知道哪个改动引入的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怎么做 ②：工程建模的务实取舍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三层模型，精度逐级递减: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物理足迹层 (碰撞检测)  ← 0.05m 采样，逐姿态矩形+双轮检查，仅后处理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覆盖模型层 (swath生成) ← coverage_width=0.90，清洁带=完美矩形，清洁长度=车长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拓扑模型层 (分解/合并) ← robot_width=0.75，圆形包络近似，故意保守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已知简化 &amp; 为什么可以接受: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• 清洁长度=车长 → swath 起点存在未清洁死角 → 仅在端点，面积 &lt;0.1%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• 转弯覆盖未建模 → 转弯扫过面积不计入 → 保守方向，实际覆盖 ≥ 报告值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• 转弯碰撞已检测 → 安全不妥协，覆盖可保守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• 3% Swath 重叠 (swath_overlap_ratio=0.03) → 有效间距 0.873m → 防定位误差漏缝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碰撞安全与拓扑规划参数分离: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robot_width 早期一人分饰六角 → 引入 PhysicalFootprintParams 独立负责碰撞 → 解耦实验证实隐藏依赖 → 改从另一角度解决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怎么做 ③：Vibe Coding 的工作流纪律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纪律一: 模块化解耦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polygon_planner_node (ROS2) → PlannerCore::plan() (纯 C++)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  ├ decomposer (~400行)  ├ swath_generator (~600行)  ├ boundary_filler (~500行)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  ├ path_planner (~600行) └ coverage_evaluator (~700行)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每个模块 &lt;800 行，改算法不动 ROS → AI 友好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纪律二: 快速验证通道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F2C Python 接口 → 不编译也能验证 (秒级 vs 分钟级)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quick_dev_test.sh (5场景) → 日常迭代  /  batch_test_v2.sh (21场景) → 提交前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纪律三: AI+人都能读的数据界面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JSON 输出 (坐标/swath/连接) → AI 精准定位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42 张可视化 PNG (覆盖+Cell) → 人一眼判断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连接 JSON 从仅存 from_cell/to_cell → 存 route_waypoints (1087条全部含实际路径)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纪律四: 终端集中操作 → SSH+SCP，所有操作可追溯、可复现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怎么做 ④：并行探索的工程治理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6400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分支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master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稳定主线 (PlannerCore only)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 当前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legacy-dual-pipeline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旧双管线存档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GitHub 备份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main-stable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v9.11 + 可见图路由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穿洞问题，参考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feat/param-decouple-0721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参数解耦实验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实验存档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codex/experiment-...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Codex 安全连接捷径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实验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023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多分支并行 → 不同风险等级同时推进，互不干扰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tag 基线 (v9.12-stable, v10.0) → 任何时刻可回到已知状态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GitHub 远程备份 → 不怕 VM 炸、不怕本地改坏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145 commits 可追溯 → "谁改了什么为什么"全有记录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→ AI 辅助开发的安全网：没有分支隔离和版本管理，vibe coding 就是灾难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怎么做 ⑤：人机协作 + 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分工: 老板(架构/参数/场景) · Claude(分析/审查/对比) · Codex(实现/可视化/脚本)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交叉审查: 声明→证据→定量推演  |  两个 AI 独立审查，不互相背书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Codex 写代码 → Claude 验证 → 发现问题 → Codex 修复 → Claude 再验证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工作流: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Windows (Claude+Codex+Git) ←ssh→ VM (ROS2+colcon+batch_test)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改代码 → sync_and_build.sh → 编译 → batch_test_v2.sh → 拉回 21 PNG + JSON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→ 交叉审查 → 决策: 接受/回滚/继续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核心原则: 重复性工作给工具，判断力留给自己。AI 是工具不是答案。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改进方向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114800"/>
                <a:gridCol w="5852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6C9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N3 重叠 101% (21 cells 碎片化)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有条件 Cell 合并 (路由层孔洞保护)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S7 重叠 53.8% (128 turns, 896.9m)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安全检查后直连替代微 U 绕行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N9 重叠 46.4% (货架边缘重复补线)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补线去重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Swath 层共线合并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同方向+同自由空间带 swath 归一化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Cell-block 贪心架构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方向正确，需 visibility graph 安全连接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线程安全 / 测试覆盖 / WSL2 迁移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当前零 mutex，单线程 safe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确认舍弃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A*路由 / Snake排序 / X-cut全局版 / 参数解耦</a:t>
                      </a:r>
                    </a:p>
                  </a:txBody>
                  <a:tcPr>
                    <a:solidFill>
                      <a:srgbClr val="2525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成  果: 82% → ~100% 有效覆盖率 · 21/21 GATE PASS · hole_crossings = 0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         S7 工厂车间 0%→100% · N11 59%→100%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方  法: 测评驱动 · 模块化 · 交叉审查 · 工程治理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         145 commits · 多分支并行 · tag 基线 · 数据 &gt; 直觉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理  念: 回滚 ≠ 失败 · 局部优化不能以全局稳定性为代价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         AI 是工具不是答案 · 重复性工作给工具，判断力留给自己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